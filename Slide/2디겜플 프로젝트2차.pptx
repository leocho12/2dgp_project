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2" y="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E80DF-C4D6-D4B0-3172-C9065AE61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54ED43-ED9B-D712-1AB4-4357CC0AA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97AE88-D40C-8254-8135-CEDBA0554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55730-D5C5-4B33-BC87-A41E9DBBA050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C8ADCF-E61B-014E-E933-D8A67B2AC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350261-1E7C-5716-E2F7-16C02C37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CEDA-BB50-46D6-A892-A0BC16AF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07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A4FFB-14AF-2789-FBA5-37141C03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0FEFA-E6CE-706F-BF31-97B288C47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337F68-CA2B-2B6E-D626-4139333CF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55730-D5C5-4B33-BC87-A41E9DBBA050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2C0707-F7C2-C121-D9F8-A73CC7F40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EFAB7F-C360-7944-2676-DBB609E6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CEDA-BB50-46D6-A892-A0BC16AF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1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10DB49-1922-8810-7497-8D904761D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A65CC7-D09C-331A-499F-45A446A82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8A6F22-1AF7-9C47-E799-75D709105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55730-D5C5-4B33-BC87-A41E9DBBA050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729990-1B8E-22B5-4E70-20EC18D3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69024D-19CE-7CC6-0DCE-A35D0357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CEDA-BB50-46D6-A892-A0BC16AF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320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90D38-EDB6-37FE-CE37-3BFC742C1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C898C-DA53-6319-5E5F-9ECB8CC5E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B41EDE-99C7-5370-B66D-820B8A165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74DB7E-8820-7BE9-8CC1-FC4F91CA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55730-D5C5-4B33-BC87-A41E9DBBA050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9B6889-7A60-372A-C328-A7A110168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AB9E4D-1F2C-6AB8-D4DC-345DDB03A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CEDA-BB50-46D6-A892-A0BC16AF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887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56DB7C-B931-572F-EB58-A8C75C355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1F5D7F-ECF3-105F-A5D6-DE8CC1ACE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3F2744-A9C3-A842-BAE4-C61E93122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44BD12-7EB8-B724-56A8-24FF952A21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4AE92F-3E23-2FF6-EA99-EEC8F4BC7C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407A3E-95F4-C5A5-84C1-AAD182BE9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55730-D5C5-4B33-BC87-A41E9DBBA050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23ED8D-D9F6-A373-C763-40D4AD71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1A419F-4754-57C0-E5B1-073629FCC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CEDA-BB50-46D6-A892-A0BC16AF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434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08672C-F22A-CE05-6FF4-CF9173C7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87DBD2-BA9B-C755-BD8F-0E67D7AB6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55730-D5C5-4B33-BC87-A41E9DBBA050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C9999B-44D9-C684-B721-ECF396FD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50D723-063D-7A9A-9E90-BF453D65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CEDA-BB50-46D6-A892-A0BC16AF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833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50775C4-8C99-1D29-EA05-478CC618B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55730-D5C5-4B33-BC87-A41E9DBBA050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7F0C75B-EC24-B21B-DBF3-124488750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68DC1B-41B4-465F-ECE6-17BD2795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CEDA-BB50-46D6-A892-A0BC16AF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68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D1756-558C-6EF8-D7EE-71758E149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85E965-9999-084B-682C-C5A0D8A88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23F544-240E-8058-71EE-7AA872C12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35AEA6-0F9F-378B-25AA-DCA1245C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55730-D5C5-4B33-BC87-A41E9DBBA050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5CA958-A43C-BEF4-C7B8-ACF1B1ABF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A00396-AD7D-FBDE-0244-243E9A5F8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CEDA-BB50-46D6-A892-A0BC16AF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032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C7ACA-2037-0064-1C97-C4D60B3C1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127D57-AF7C-1DBC-E0AA-5A32DC6E7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745121-5702-1F74-7295-60EE8ADC1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A39F8C-7EF6-F7DB-567C-57BE3886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55730-D5C5-4B33-BC87-A41E9DBBA050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D705AE-D610-F4B2-4747-99229CCA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5F8D2A-062B-E16C-AB4A-6102B8157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CEDA-BB50-46D6-A892-A0BC16AF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88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F324F-ADEB-75D3-8F4F-313C7E1C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CC999F-EE0E-03DF-AB85-3C48F9C4F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A83FDA-F64E-1553-C571-27643B6A4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55730-D5C5-4B33-BC87-A41E9DBBA050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73F82C-209D-F4C7-959D-5B8FB1D1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A6CD66-0163-5527-EDE4-79CAC11C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CEDA-BB50-46D6-A892-A0BC16AF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71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35B56B-ED49-348C-661F-29BEA8751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D2B513-8A06-7295-ED98-653046AC1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E2344E-35FA-9118-2DE5-F10A8D4BC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55730-D5C5-4B33-BC87-A41E9DBBA050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E3740F-00F2-37C0-56B9-333C0E9C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874BDF-DB7A-72B8-6001-AB704E7E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CEDA-BB50-46D6-A892-A0BC16AF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221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C6EC26-DC10-DA37-1F2F-55B68C437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21DE0D-541C-4EA4-23C2-4AB7FA4D3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B41A53-82D7-98FA-5631-81CB0BE30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55730-D5C5-4B33-BC87-A41E9DBBA050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E481D4-94DE-A389-1C49-C445A8853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B6DF39-05F7-657E-92C8-42DDC9012E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5CEDA-BB50-46D6-A892-A0BC16AF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8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71954-FF5B-8079-D2E4-5821D2AF4E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DUCK HUNT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7851FD-A510-D444-8DAD-A7E4E6DA2B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2D</a:t>
            </a:r>
            <a:r>
              <a:rPr lang="ko-KR" altLang="en-US" dirty="0"/>
              <a:t>게임프로그래밍 프로젝트</a:t>
            </a:r>
            <a:endParaRPr lang="en-US" altLang="ko-KR" dirty="0"/>
          </a:p>
          <a:p>
            <a:r>
              <a:rPr lang="en-US" altLang="ko-KR" dirty="0"/>
              <a:t>2022184039 </a:t>
            </a:r>
            <a:r>
              <a:rPr lang="ko-KR" altLang="en-US" dirty="0"/>
              <a:t>조형진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060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B7A6AEA3-933E-0362-B449-F26F3A89B1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481206"/>
              </p:ext>
            </p:extLst>
          </p:nvPr>
        </p:nvGraphicFramePr>
        <p:xfrm>
          <a:off x="440226" y="228600"/>
          <a:ext cx="11311548" cy="64008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770516">
                  <a:extLst>
                    <a:ext uri="{9D8B030D-6E8A-4147-A177-3AD203B41FA5}">
                      <a16:colId xmlns:a16="http://schemas.microsoft.com/office/drawing/2014/main" val="3355306528"/>
                    </a:ext>
                  </a:extLst>
                </a:gridCol>
                <a:gridCol w="681780">
                  <a:extLst>
                    <a:ext uri="{9D8B030D-6E8A-4147-A177-3AD203B41FA5}">
                      <a16:colId xmlns:a16="http://schemas.microsoft.com/office/drawing/2014/main" val="525621918"/>
                    </a:ext>
                  </a:extLst>
                </a:gridCol>
                <a:gridCol w="5971636">
                  <a:extLst>
                    <a:ext uri="{9D8B030D-6E8A-4147-A177-3AD203B41FA5}">
                      <a16:colId xmlns:a16="http://schemas.microsoft.com/office/drawing/2014/main" val="876368660"/>
                    </a:ext>
                  </a:extLst>
                </a:gridCol>
                <a:gridCol w="887616">
                  <a:extLst>
                    <a:ext uri="{9D8B030D-6E8A-4147-A177-3AD203B41FA5}">
                      <a16:colId xmlns:a16="http://schemas.microsoft.com/office/drawing/2014/main" val="3217866725"/>
                    </a:ext>
                  </a:extLst>
                </a:gridCol>
              </a:tblGrid>
              <a:tr h="2838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633473"/>
                  </a:ext>
                </a:extLst>
              </a:tr>
              <a:tr h="323733">
                <a:tc rowSpan="2">
                  <a:txBody>
                    <a:bodyPr/>
                    <a:lstStyle/>
                    <a:p>
                      <a:pPr marL="0" indent="0" algn="ctr" latinLnBrk="1">
                        <a:buFont typeface="+mj-lt"/>
                        <a:buNone/>
                      </a:pP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레퍼런스 조사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기획 완성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9019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게임마당에서 자료 확보 완료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기획 완료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355741"/>
                  </a:ext>
                </a:extLst>
              </a:tr>
              <a:tr h="323733">
                <a:tc rowSpan="2">
                  <a:txBody>
                    <a:bodyPr/>
                    <a:lstStyle/>
                    <a:p>
                      <a:pPr marL="0" indent="0" algn="ctr" latinLnBrk="1">
                        <a:buFont typeface="+mj-lt"/>
                        <a:buNone/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리소스 편집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620155"/>
                  </a:ext>
                </a:extLst>
              </a:tr>
              <a:tr h="323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일반오리 및 </a:t>
                      </a:r>
                      <a:r>
                        <a:rPr lang="ko-KR" altLang="en-US" sz="1600" dirty="0" err="1"/>
                        <a:t>조준점</a:t>
                      </a:r>
                      <a:r>
                        <a:rPr lang="ko-KR" altLang="en-US" sz="1600" dirty="0"/>
                        <a:t> 리소스 완료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560193"/>
                  </a:ext>
                </a:extLst>
              </a:tr>
              <a:tr h="32373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오리 출현 프로그래밍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248898"/>
                  </a:ext>
                </a:extLst>
              </a:tr>
              <a:tr h="323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일반 오리 출현 및 제거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프로그래밍 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22579"/>
                  </a:ext>
                </a:extLst>
              </a:tr>
              <a:tr h="32373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슈팅 시스템 프로그래밍</a:t>
                      </a:r>
                      <a:endParaRPr lang="en-US" altLang="ko-KR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543330"/>
                  </a:ext>
                </a:extLst>
              </a:tr>
              <a:tr h="323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사격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잔탄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명중 구현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096608"/>
                  </a:ext>
                </a:extLst>
              </a:tr>
              <a:tr h="32373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개별 스테이지 설계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219984"/>
                  </a:ext>
                </a:extLst>
              </a:tr>
              <a:tr h="323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051852"/>
                  </a:ext>
                </a:extLst>
              </a:tr>
              <a:tr h="32373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성장요소 추가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9722928"/>
                  </a:ext>
                </a:extLst>
              </a:tr>
              <a:tr h="323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888015"/>
                  </a:ext>
                </a:extLst>
              </a:tr>
              <a:tr h="32373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UI</a:t>
                      </a:r>
                      <a:r>
                        <a:rPr lang="ko-KR" altLang="en-US" sz="1600" dirty="0"/>
                        <a:t>배치 및 개선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24766"/>
                  </a:ext>
                </a:extLst>
              </a:tr>
              <a:tr h="323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537783"/>
                  </a:ext>
                </a:extLst>
              </a:tr>
              <a:tr h="32373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테스트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3423411"/>
                  </a:ext>
                </a:extLst>
              </a:tr>
              <a:tr h="323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350952"/>
                  </a:ext>
                </a:extLst>
              </a:tr>
              <a:tr h="32373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버그 </a:t>
                      </a:r>
                      <a:r>
                        <a:rPr lang="ko-KR" altLang="en-US" sz="1600" dirty="0" err="1"/>
                        <a:t>픽스</a:t>
                      </a:r>
                      <a:endParaRPr lang="ko-KR" alt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9544213"/>
                  </a:ext>
                </a:extLst>
              </a:tr>
              <a:tr h="3237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566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6133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내용 개체 틀 8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22588B-0BB6-5C46-8ABB-530B65EB3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0" t="14502"/>
          <a:stretch>
            <a:fillRect/>
          </a:stretch>
        </p:blipFill>
        <p:spPr>
          <a:xfrm>
            <a:off x="-1504" y="497846"/>
            <a:ext cx="12191980" cy="586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68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102</Words>
  <Application>Microsoft Office PowerPoint</Application>
  <PresentationFormat>와이드스크린</PresentationFormat>
  <Paragraphs>49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DUCK HUNT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조형진(2022184039)</dc:creator>
  <cp:lastModifiedBy>조형진(2022184039)</cp:lastModifiedBy>
  <cp:revision>1</cp:revision>
  <dcterms:created xsi:type="dcterms:W3CDTF">2025-11-09T11:12:56Z</dcterms:created>
  <dcterms:modified xsi:type="dcterms:W3CDTF">2025-11-09T11:40:31Z</dcterms:modified>
</cp:coreProperties>
</file>