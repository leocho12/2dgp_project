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2FEA3-C42C-05CC-2362-42187DD59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4F4D5C-B765-AE1D-F541-BBF16A764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81A359-1F12-2057-9E77-5095A78F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60BA6-03A2-8A60-8EA3-90515B64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11BEAB-C448-60F4-6794-E84B8C98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8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39F09-6BCF-ACD4-AF2E-BE4E56890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35DDB-5E55-5FE0-0185-192F3F877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F9B62-3E5A-09B2-4BDE-3CF32E86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64E2D3-787D-32EB-6C80-942EDE4D3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A2A772-85F6-4F63-ECF5-F4D38D6D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72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1ADD8-1222-9293-9918-617BC5F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71E1E1-7A84-EC3F-84D8-BB3824138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D5039E-C9A1-8349-C3B5-9286BD3D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8D63B-668F-0774-867F-13AE91A6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AC84E8-CB02-C366-F39D-83CA29FC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457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4F944-62FA-EEB6-5ECD-FAD0C435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061798-1540-C4D9-237F-4C9E58F18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FE0F04-39F0-463F-3356-B78579848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E07B68-CAA2-E1E4-D15F-F4211EF99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199045-7FFE-4048-40A3-0BCFBCFAB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E025D-F50A-6D16-8C2C-8DD3AB5A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47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38CAB-0CFB-A32E-212B-E1E3355F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0E6C47-A500-800D-3C31-3B33DFFA0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8226B-7E56-897B-8CD7-6D15DD479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816929-07B1-0A87-AC40-FD8BA7FF7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3FF4DD-87B0-BB07-7FE0-C2E1BB475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3F55DD-4318-6D59-E15D-50E0039B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0CB0E1-5129-2657-14BE-A3F87B66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4439FB-7FD1-FBAD-C0F0-B4D1B16C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75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B8EE4-E219-6E85-CD23-E1D7C738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69C7F9-4A36-686A-134B-630429DD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F52277-B8D9-2D91-FF85-75477F84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D1A168-1986-CD51-1BCC-D817589C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04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C63CA6-FC53-F498-BE94-B56CFDDC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5B9374-370E-35F5-D8B9-EC2F7DC0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D20303-A98B-470A-D4C3-277F811D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10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F1ADF-D319-5EE4-107C-F6C3D0632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34C834-4604-F132-B81E-79F529CD0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F9E18A-0DFF-729E-9960-F444789E5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34D681-7278-0BE4-991E-E15809DA2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AA6F7B-A32C-10C5-1CE4-D1FFE8A4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E551BB-96E2-8A62-D8E5-FBB2A1C7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8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1108C-220A-22D0-E141-43431A4F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7C2806-DEDF-6607-4313-1A3D42BA8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5B21D4-D30E-1607-A5CC-B02E17F02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42DC1D-1266-303B-5413-A6EF389EF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92FF14-27EB-786D-2783-0011C67D5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B39E78-4CF9-7418-DF90-596B1C12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71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01C68-6BFA-5F71-6611-16F4BA70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51CC89-530E-721B-5522-BEF5CAC4F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F7B9D-F9C8-5CAC-ACD6-46472397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65AC6-DD05-79B6-4F8D-39B011A4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3CB16F-C8D4-0880-B575-1DA9B2DC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45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ECC475-D94A-4905-3BC0-B18C736F9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AE3C8D-DA1C-BB31-8948-D0C05D8BE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DEE69-E8DB-3C6D-40BC-5FD87BEE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ED936B-DF39-11AB-5C9E-B1D2D334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58596-125D-DA83-A696-13463997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78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C05F2A-C361-FE61-35CB-27753F34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F5AEC5-1127-E699-D08D-1D717CB44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351A7-CD94-01CF-7525-D66B3A384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1E0A7-2335-43D5-9418-231C4726012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8386E7-2447-C1CE-1C12-23DAA7E6A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245151-077D-EA82-ADB4-3379A328C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96A56-4659-4EF3-B7F3-6652F7CC9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71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9AF825B-307E-7D73-CF3A-9BE6F041B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2DGP</a:t>
            </a:r>
            <a:r>
              <a:rPr lang="ko-KR" altLang="en-US" dirty="0"/>
              <a:t>프로젝트 최종발표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B39495A2-5EED-AF71-1208-78455C74BB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2022184039</a:t>
            </a:r>
            <a:r>
              <a:rPr lang="ko-KR" altLang="en-US" dirty="0"/>
              <a:t>조형진</a:t>
            </a:r>
          </a:p>
        </p:txBody>
      </p:sp>
    </p:spTree>
    <p:extLst>
      <p:ext uri="{BB962C8B-B14F-4D97-AF65-F5344CB8AC3E}">
        <p14:creationId xmlns:p14="http://schemas.microsoft.com/office/powerpoint/2010/main" val="2497727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615542F-B2A7-C190-9F09-6594297A8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778857"/>
              </p:ext>
            </p:extLst>
          </p:nvPr>
        </p:nvGraphicFramePr>
        <p:xfrm>
          <a:off x="224828" y="503088"/>
          <a:ext cx="11742344" cy="5851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5586">
                  <a:extLst>
                    <a:ext uri="{9D8B030D-6E8A-4147-A177-3AD203B41FA5}">
                      <a16:colId xmlns:a16="http://schemas.microsoft.com/office/drawing/2014/main" val="2140622073"/>
                    </a:ext>
                  </a:extLst>
                </a:gridCol>
                <a:gridCol w="2935586">
                  <a:extLst>
                    <a:ext uri="{9D8B030D-6E8A-4147-A177-3AD203B41FA5}">
                      <a16:colId xmlns:a16="http://schemas.microsoft.com/office/drawing/2014/main" val="785911813"/>
                    </a:ext>
                  </a:extLst>
                </a:gridCol>
                <a:gridCol w="2935586">
                  <a:extLst>
                    <a:ext uri="{9D8B030D-6E8A-4147-A177-3AD203B41FA5}">
                      <a16:colId xmlns:a16="http://schemas.microsoft.com/office/drawing/2014/main" val="2783074568"/>
                    </a:ext>
                  </a:extLst>
                </a:gridCol>
                <a:gridCol w="2935586">
                  <a:extLst>
                    <a:ext uri="{9D8B030D-6E8A-4147-A177-3AD203B41FA5}">
                      <a16:colId xmlns:a16="http://schemas.microsoft.com/office/drawing/2014/main" val="1370861037"/>
                    </a:ext>
                  </a:extLst>
                </a:gridCol>
              </a:tblGrid>
              <a:tr h="3983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개발완료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84035"/>
                  </a:ext>
                </a:extLst>
              </a:tr>
              <a:tr h="63136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컨트롤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마우스를 이용해 조준 후 버튼을 눌러 발사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구현완료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255941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스킬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폭탄 획득 시 스페이스바를 눌러 투척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/>
                        <a:t>미구현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564014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난이도가 계속 상승하는 무한 스테이지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플레이어가 사망할 때 까지 무한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329997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적</a:t>
                      </a:r>
                      <a:r>
                        <a:rPr lang="en-US" altLang="ko-KR" dirty="0"/>
                        <a:t>AI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풀숲에서 날아올라 화면 밖으로 사라짐</a:t>
                      </a:r>
                      <a:endParaRPr lang="en-US" altLang="ko-KR" sz="1200" dirty="0"/>
                    </a:p>
                    <a:p>
                      <a:pPr algn="l"/>
                      <a:r>
                        <a:rPr lang="ko-KR" altLang="en-US" sz="1200" dirty="0"/>
                        <a:t>확률적으로 플레이어를 향해 돌진해 데미지를 입히는 오리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일반 오리와 자폭오리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483964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난이도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스테이지가 올라갈수록 플레이어를 공격하는 오리 증가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오리 속도 증가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스테이지가 상승 시 적의 속도 상승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50%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705300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게임기능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플레이어 체력 하트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개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스테이지 클리어 시 특전 획득</a:t>
                      </a:r>
                      <a:endParaRPr lang="en-US" altLang="ko-KR" sz="1200" dirty="0"/>
                    </a:p>
                    <a:p>
                      <a:pPr algn="l"/>
                      <a:r>
                        <a:rPr lang="ko-KR" altLang="en-US" sz="1200" dirty="0"/>
                        <a:t>게임 오버 시 잡은 오리 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클리어한 스테이지 수 출력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플레이어의 최대 체력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개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스테이지 클리어 시 체력 회복과 데미지 증가 중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개 선택 가능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게임 </a:t>
                      </a:r>
                      <a:r>
                        <a:rPr lang="ko-KR" altLang="en-US" sz="1200" dirty="0" err="1"/>
                        <a:t>종료시</a:t>
                      </a:r>
                      <a:r>
                        <a:rPr lang="ko-KR" altLang="en-US" sz="1200" dirty="0"/>
                        <a:t> 걸린 시간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발사한 총알 개수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잡은 오리 수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총 점수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96817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사운드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발사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오리 피격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오리 공격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오리 등장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배경음악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발사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오리 피격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오리 공격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배경음악 구현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80%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982518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애니메이션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오리 이동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 err="1"/>
                        <a:t>조준점</a:t>
                      </a:r>
                      <a:r>
                        <a:rPr lang="ko-KR" altLang="en-US" sz="1200" dirty="0"/>
                        <a:t> 이동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오리 사망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오리 피격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618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8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 descr="스크린샷, 그래픽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A63047-947A-41E2-ED6C-701E018CF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1" y="1690165"/>
            <a:ext cx="5919441" cy="347767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8E3AE88-461D-2850-0460-AA351B719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882839"/>
              </p:ext>
            </p:extLst>
          </p:nvPr>
        </p:nvGraphicFramePr>
        <p:xfrm>
          <a:off x="6220849" y="1327656"/>
          <a:ext cx="5885210" cy="420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361">
                  <a:extLst>
                    <a:ext uri="{9D8B030D-6E8A-4147-A177-3AD203B41FA5}">
                      <a16:colId xmlns:a16="http://schemas.microsoft.com/office/drawing/2014/main" val="1067417404"/>
                    </a:ext>
                  </a:extLst>
                </a:gridCol>
                <a:gridCol w="2549849">
                  <a:extLst>
                    <a:ext uri="{9D8B030D-6E8A-4147-A177-3AD203B41FA5}">
                      <a16:colId xmlns:a16="http://schemas.microsoft.com/office/drawing/2014/main" val="3938349532"/>
                    </a:ext>
                  </a:extLst>
                </a:gridCol>
              </a:tblGrid>
              <a:tr h="3502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주</a:t>
                      </a:r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커밋 횟수</a:t>
                      </a:r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3354364270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Week of 21 Sep,2025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2748420597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28 Sep,2025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2199781195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5 Oct,2025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3637757928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12 Oct,2025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3162912173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19 Oct,2025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8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2826487298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26 Oct,2025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7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1759001264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2 Nov,2025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29</a:t>
                      </a:r>
                      <a:endParaRPr lang="ko-KR" altLang="en-US" sz="1400" dirty="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1363413622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9 Nov,2025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21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3962560470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16 Nov,2025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29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2194036379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23 Nov,2025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17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1538785999"/>
                  </a:ext>
                </a:extLst>
              </a:tr>
              <a:tr h="350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Week of 20 Nov,2025</a:t>
                      </a:r>
                      <a:endParaRPr lang="ko-KR" altLang="en-US" sz="1400"/>
                    </a:p>
                  </a:txBody>
                  <a:tcPr marL="70287" marR="70287" marT="35143" marB="3514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33</a:t>
                      </a:r>
                      <a:endParaRPr lang="ko-KR" altLang="en-US" sz="1400" dirty="0"/>
                    </a:p>
                  </a:txBody>
                  <a:tcPr marL="70287" marR="70287" marT="35143" marB="35143"/>
                </a:tc>
                <a:extLst>
                  <a:ext uri="{0D108BD9-81ED-4DB2-BD59-A6C34878D82A}">
                    <a16:rowId xmlns:a16="http://schemas.microsoft.com/office/drawing/2014/main" val="766895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38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270</Words>
  <Application>Microsoft Office PowerPoint</Application>
  <PresentationFormat>와이드스크린</PresentationFormat>
  <Paragraphs>64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2DGP프로젝트 최종발표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조형진(2022184039)</dc:creator>
  <cp:lastModifiedBy>조형진(2022184039)</cp:lastModifiedBy>
  <cp:revision>5</cp:revision>
  <dcterms:created xsi:type="dcterms:W3CDTF">2025-12-06T09:26:59Z</dcterms:created>
  <dcterms:modified xsi:type="dcterms:W3CDTF">2025-12-08T10:00:43Z</dcterms:modified>
</cp:coreProperties>
</file>